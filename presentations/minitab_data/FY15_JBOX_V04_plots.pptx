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88180-2434-4E77-A2EB-FB61597434D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8B4-608C-4682-802E-548BB898D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20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88180-2434-4E77-A2EB-FB61597434D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8B4-608C-4682-802E-548BB898D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8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88180-2434-4E77-A2EB-FB61597434D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8B4-608C-4682-802E-548BB898D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459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88180-2434-4E77-A2EB-FB61597434D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8B4-608C-4682-802E-548BB898D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2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88180-2434-4E77-A2EB-FB61597434D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8B4-608C-4682-802E-548BB898D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49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88180-2434-4E77-A2EB-FB61597434D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8B4-608C-4682-802E-548BB898D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21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88180-2434-4E77-A2EB-FB61597434D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8B4-608C-4682-802E-548BB898D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01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88180-2434-4E77-A2EB-FB61597434D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8B4-608C-4682-802E-548BB898D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35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88180-2434-4E77-A2EB-FB61597434D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8B4-608C-4682-802E-548BB898D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38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88180-2434-4E77-A2EB-FB61597434D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8B4-608C-4682-802E-548BB898D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78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88180-2434-4E77-A2EB-FB61597434D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8B4-608C-4682-802E-548BB898D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698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88180-2434-4E77-A2EB-FB61597434DA}" type="datetimeFigureOut">
              <a:rPr lang="en-US" smtClean="0"/>
              <a:t>7/26/2017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E58B4-608C-4682-802E-548BB898D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29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251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799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92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13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612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030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6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415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39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35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898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958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51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559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76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566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220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87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394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27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81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715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3" y="0"/>
            <a:ext cx="102730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380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AFIT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Pignatiello, Joseph J Civ USAF AETC AFIT/ENS</dc:creator>
  <cp:lastModifiedBy>Pignatiello, Joseph J Civ USAF AETC AFIT/ENS</cp:lastModifiedBy>
  <cp:revision>1</cp:revision>
  <dcterms:created xsi:type="dcterms:W3CDTF">2017-07-26T14:32:47Z</dcterms:created>
  <dcterms:modified xsi:type="dcterms:W3CDTF">2017-07-26T14:33:38Z</dcterms:modified>
</cp:coreProperties>
</file>